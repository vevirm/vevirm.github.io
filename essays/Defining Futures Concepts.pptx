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7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889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concepts mean in foresight, really?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3931920"/>
            <a:ext cx="2286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Twenty working definitions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Veli Virmajoki, University of Turku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description of a possible or plausible path from the present to some future state.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Constructed by holding a specified set of present conditions fixed, varying others, and tracing the causal dependencies that follow.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things belong to the definition itself. They are not add-ons.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(1) A scenario is always a member of a 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scenario is a prediction in disguise, whatever it is called.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set exists in order to display the structure of the possibility space: what depends on what, and where the paths fork.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this reason "which one do you believe?" is not a question a scenario set can answer. It is the wrong question to ask.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scenario out of the deck, believed, is a forecast wearing a different hat.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(2) Its success condition is not that it comes true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scenarios in a set will not occur; that is the design, not a failure.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scenario succeeds if it identifies correctly the dependencies, the mechanisms behind them, and the genuine difference-makers in the system.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be literally false about the endpoint and still deliver understanding, in the same way as a frictionless plane does in physics.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Shell's 1973 scenario was not believed in the boardroom. It did its job anyway.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(3) Its engine is counterfactual reasoning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if X rather than Y? Every scenario is an answer to a question of this form, whether the question is written down or not.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good scenario isolates the factors that would make a difference from those that would not.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what separates a scenario from a story, however well the story is told.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 the war out and ask what changes. If nothing does, it was a story.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future that nothing we know rules out.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needs to state which kind of possibility is meant: logical (not self-contradictory), physical (allowed by the laws of nature), or practical (consistent with the world as it now stands, its institutions and resources included).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are different things, and one should not switch between them when challenged.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Mars colony is possible. So is your lottery win. Say which kind you mean.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Plausible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possible future for which a causal pathway from the present can be sketched, step by step, with the mechanisms named.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absence of identified obstacles is not yet plausibility; something has to be said about how we get there, not only that nothing stops us.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Nobody has proven you cannot walk to the moon. That is not a travel plan.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Probable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Ill-formed until the grounds are stated.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grounds may be a model, structured expert judgment with documented reasoning, or individual credence. These are not equally authoritative, and the reader is owed to know which is in use.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no grounds can be given responsibly, the term does not apply, and "likely" is no escape.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"70 percent" from a model and "70 percent" from a man at the bar are the same number and a different claim.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Desirable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future judged good or just under some value framework, and at least possible.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there is no pathway, we have an ideal without a strategy.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there is no agent whose choices could bring it about, we have a wish rather than a target.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carbon-neutral city with nobody to build it is a postcard.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conditional claim about what will probably happen, concerning delimited phenomena whose structure is known well enough to be modelled.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condition matters: a forecast holds given that the modelled structure holds.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Evaluated by its correspondence with the outcome – unlike a scenario.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weatherman can be wrong. That is exactly why we listen to him.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description of a future worth aiming at.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Normative by definition: it says what ought to be pursued, not what will be.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it as a description of what will be is a category error, and a common one.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vision of a walkable city is not a claim about 2040. It is an instruction for Monday.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 signal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early indication that some development is possible, before anything can be said about its plausibility or probability.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Interpretation-laden from the start: what counts as a signal depends on what one is already prepared to see.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no such thing as a raw signal.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teenagers doing something odd is noise. Three teenagers and a theory is a signal.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 horizon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far ahead the question is extended.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horizon decides which futures enter the discussion in the first place, and which are ruled out before anyone has argued against them.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choice is therefore substantive, not merely practical.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about 2030 and fusion is off the table. Ask about 2060 and it sets the table.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procedure together with its presuppositions: where knowledge of the future is located, who counts as knowing, and what kind of future the method can yield.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presuppositions are rarely stated in the manual, but they do their work all the same.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we choose a method, we inherit its presuppositions, whether we notice it or not.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Delphi panel assumes the experts know. A citizens' jury assumes they do not. Pick one and you have picked a theory of knowledge.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capacity to move in the space of possibilities: to grasp the dependency structure well enough to answer what-if questions that have not yet been encountered.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Non-factive: one can understand a system well and still be wrong about what it does next.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This, and not prediction, is the primary epistemic aim of the field, or so I argue.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do not know where the ball lands. You do know what the wind does to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claim that a specified state will obtain at a specified time, evaluated by correspondence with the outcome.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Legitimate for delimited and well-modelled phenomena; a category mistake as the general aim of the field.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Much of the criticism of foresight is criticism of prediction aimed at the wrong target.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Tide tables predict. Foresight asks what you do with the tide.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Counterfactual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claim about what would have happened, or would happen, had things been otherwise.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unit of causal reasoning in historiography and in foresight alike: to say that X mattered is to say that without X, things would have gone differently.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scenario is built out of counterfactuals, whether or not the word is used.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Sarajevo, no war? The question is not idle. It is the whole claim.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Difference-maker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factor whose variation would change the outcome. Every cause is one; that is what being a cause amounts to.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question is never whether something makes a difference, but to what, against which contrast, and at which level of description. Oxygen makes a difference to every fire; it makes no difference to why this fire started rather than not.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good scenario picks out the difference-makers that answer the question asked, and leaves the rest in the background where they belong.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Oxygen made a difference to every fire in history. Nobody calls the fire brigade about the oxygen.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Possibility space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set of futures not ruled out under a stated kind of possibility, together with their dependency structure.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this, and not any single member of it, that a scenario set is about.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space is not given; it is constructed by the choices of horizon, method, and what is held fixed.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chess engine does not tell you the opponent's next move. It tells you the board.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Conceivability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be thought or imagined as a future, here and now.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Historically variable and socially constrained: what one age cannot conceive, the next takes for granted.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limits of conceivability are not the limits of possibility, and confusing the two is a recurring error of the field.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1900 nobody could conceive the internet. The internet did not mind.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Presentism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view that only the present exists: the past is gone and the future is nothing yet.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grounds the open future the field assumes, but it makes it harder to say what futures knowledge is knowledge of, if there is no future to be known.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position the field has largely taken without arguing for it.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no 2040 to visit. There are only the 2020s, which is where 2040 is being made.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Futures knowledge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 of present structures, dependencies, and possibilities that bear on the future – not knowledge of the future itself.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future is not observed; it is inferred from what is already the case.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why the quality of futures knowledge is the quality of one's grasp of the present.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Nobody has seen 2040. Plenty of people have seen the birth statistics.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regularity in past data extended forward.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as good as the stability of the mechanism behind it, which the trend itself does not display.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extend a trend is to make a claim about a mechanism; that claim needs its own support.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chicken's growth curve looked excellent every morning, including the last one.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Wild card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event of low estimated probability and high impact.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category is epistemic, not ontological: it marks where the dependency structure is poorly grasped, not a special type of event in the world.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wild cards were foreseeable; they were simply outside the horizon or the method.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pandemic was on every risk register. The surprise was that nobody had read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Strict enough to disagree with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definitions are strict, and one may well disagree with many of them. That is, in a sense, the point.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definition that cannot be disagreed with does not do any work.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remains open is whether the field is willing to have the disagreement at all.</a:t>
            </a:r>
            <a:endParaRPr lang="en-US" sz="16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the word first, then fight about it. The other order wastes everybody's afternoon.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1938</Words>
  <Application>Microsoft Office PowerPoint</Application>
  <PresentationFormat>Custom</PresentationFormat>
  <Paragraphs>170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2026-08-21T17:18:03Z</dcterms:created>
  <dcterms:modified xsi:type="dcterms:W3CDTF">2026-08-21T17:20:09Z</dcterms:modified>
</cp:coreProperties>
</file>